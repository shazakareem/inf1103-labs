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60"/>
    <p:restoredTop sz="94666"/>
  </p:normalViewPr>
  <p:slideViewPr>
    <p:cSldViewPr snapToGrid="0">
      <p:cViewPr varScale="1">
        <p:scale>
          <a:sx n="64" d="100"/>
          <a:sy n="64" d="100"/>
        </p:scale>
        <p:origin x="200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B9A2-2ACB-5E8A-04F0-BD7B99B50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B2AC2-9BC0-7411-050E-3D9EBD6167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827E8-3C4A-1901-D754-26523944D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DE0F-BF07-4C40-AAD5-5BE5E399DFAE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4C676-78C0-9996-03A2-4ABB7AFE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5D2F0-A635-922B-AE6D-7A39B8BA1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F52A-E57A-8D41-A053-DDB5C8677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8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5E22C-3CF1-C166-8E63-BD54E9CD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A08C4-7A2A-9F40-4ACA-361570E36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7A261-41C8-2D68-F4CD-3AC05F58B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DE0F-BF07-4C40-AAD5-5BE5E399DFAE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2DAD6-BE88-0D26-80E7-79563B8A7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0B309-B9F6-BEA0-0E6C-385BD2E8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F52A-E57A-8D41-A053-DDB5C8677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3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3D5E7-65B1-789A-75AB-C920B5067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134E0-37F5-4430-9288-16ED8381F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908DF-D0AC-D1D0-8236-DBED408E0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DE0F-BF07-4C40-AAD5-5BE5E399DFAE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C0743-30F0-C945-A6C6-69AF1A0C6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B52F5-4150-120C-FE91-BC1BDDBC6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F52A-E57A-8D41-A053-DDB5C8677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73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3F87-29DB-44AB-E232-8EA8273F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6B1A8-FA67-1AAC-29C8-CF71AFBC1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58CE3-261F-7B0B-20C4-3A8FD2012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BBA55-00CD-3C8E-6751-A3F43F838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DE0F-BF07-4C40-AAD5-5BE5E399DFAE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7CCB2-C23D-61BD-6968-4F7C4A10B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EA69C-6B32-2408-CBC1-2C48227C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F52A-E57A-8D41-A053-DDB5C8677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53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988CD-BC55-7A4C-3B1A-9D591B0B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FC1C1-9CFC-2B36-1193-112F858FE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AB47B-165D-4842-D139-76395CDB8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BD2CEF-B2DA-37D5-110D-E1F32777CB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896837-6FEC-D6EE-E20A-5A259FA795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90AA8-11C9-A587-57E0-7FFF2052A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DE0F-BF07-4C40-AAD5-5BE5E399DFAE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7AA0B8-8DE7-2A77-EB06-F6D56D04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FB380-5360-21BD-25CC-55EBA3556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F52A-E57A-8D41-A053-DDB5C8677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1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EF82-199F-CBD4-045F-CBEB70A86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2AAC4B-13AC-6792-CDDE-D71520423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DE0F-BF07-4C40-AAD5-5BE5E399DFAE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4C480A-6CD6-2D07-C468-79FBBEC49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A44B8-1393-08F5-729A-E8D00D42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F52A-E57A-8D41-A053-DDB5C8677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57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E7BCD0-F7DC-2CAC-9AF8-CFFCBEA95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DE0F-BF07-4C40-AAD5-5BE5E399DFAE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5FEE4F-765B-7B1C-0EC6-016B727C4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73FD9-1948-A404-6916-D3889DEC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F52A-E57A-8D41-A053-DDB5C8677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58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0685C-8409-C905-5310-B4B14BDA2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631A0-32C5-12AF-9DE7-DADF9D2E9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15866-E4F4-AF1A-5B4D-638891C94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D734A-2531-ED9E-5720-637953DD8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DE0F-BF07-4C40-AAD5-5BE5E399DFAE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6C4B2-CA84-3D32-0A33-B0C6E4BAB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51FF0-3160-46E9-75AF-1999C7C1E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F52A-E57A-8D41-A053-DDB5C8677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94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2DCF9-4EBB-B8B0-B0A3-50B275375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5ED319-F8B0-E82F-806E-909E2777720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A380E2-7458-0C02-4B57-EBAD53F82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66E78-D24A-0D61-6383-91A57446B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DE0F-BF07-4C40-AAD5-5BE5E399DFAE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A822E-214B-FAE1-A78A-559BD4289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E94B6-1F32-2C65-330A-A8832C162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F52A-E57A-8D41-A053-DDB5C8677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13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95E4D-F4CF-FD22-40AD-1C7A19922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D67E9-5C9C-00C8-3F8A-BED5B6488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4F128-0DF1-047A-D1A6-7535B6C3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DE0F-BF07-4C40-AAD5-5BE5E399DFAE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B546E-3696-921E-084F-B7269E889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B134B-DA08-4450-24A9-F72F9DBAB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F52A-E57A-8D41-A053-DDB5C8677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11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997FD2-EC63-AF39-3332-6EBD34FC0A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DA23D-D08B-271F-A7D1-131419F89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BF4A5-DCC4-D5C3-76FC-4DB3CB8C7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DE0F-BF07-4C40-AAD5-5BE5E399DFAE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CC2BA-6AC8-15E6-2812-EADB1255C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40C27-4DD3-5987-C974-AD4016081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F52A-E57A-8D41-A053-DDB5C8677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64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75EF2-730E-BAF8-AD9A-D7DE36383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935D5-EE56-7860-31EC-6E1713B62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1A53B-EE67-3A05-EFB7-D7AA9F521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12DE0F-BF07-4C40-AAD5-5BE5E399DFAE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FA4AB-2CBE-1EDC-C433-65F9B0E5EE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C47F2-80F7-9CFA-0583-F58C4F1D1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20F52A-E57A-8D41-A053-DDB5C8677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257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5610A7-9768-72BC-4BEE-475A7E695524}"/>
              </a:ext>
            </a:extLst>
          </p:cNvPr>
          <p:cNvSpPr/>
          <p:nvPr/>
        </p:nvSpPr>
        <p:spPr>
          <a:xfrm>
            <a:off x="228600" y="1122363"/>
            <a:ext cx="5029200" cy="49990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EB821C-4F57-452E-10C2-C0D0E3035E3D}"/>
              </a:ext>
            </a:extLst>
          </p:cNvPr>
          <p:cNvSpPr/>
          <p:nvPr/>
        </p:nvSpPr>
        <p:spPr>
          <a:xfrm>
            <a:off x="228600" y="1122363"/>
            <a:ext cx="5029200" cy="7572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F1D21F-F3B7-10BF-F894-DEE3DB4818D8}"/>
              </a:ext>
            </a:extLst>
          </p:cNvPr>
          <p:cNvSpPr/>
          <p:nvPr/>
        </p:nvSpPr>
        <p:spPr>
          <a:xfrm>
            <a:off x="228600" y="1122363"/>
            <a:ext cx="5029200" cy="17986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8A629B-7BC2-ECCB-F0A2-D465109857ED}"/>
              </a:ext>
            </a:extLst>
          </p:cNvPr>
          <p:cNvSpPr txBox="1"/>
          <p:nvPr/>
        </p:nvSpPr>
        <p:spPr>
          <a:xfrm>
            <a:off x="1409700" y="1177815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Inventory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F5BB7F-4427-020E-26ED-0F5342985AE7}"/>
              </a:ext>
            </a:extLst>
          </p:cNvPr>
          <p:cNvSpPr txBox="1"/>
          <p:nvPr/>
        </p:nvSpPr>
        <p:spPr>
          <a:xfrm>
            <a:off x="1117600" y="2209800"/>
            <a:ext cx="36086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-list&lt;Product&gt; __products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F131B2-EDFA-0BAE-94A8-E53C3037C690}"/>
              </a:ext>
            </a:extLst>
          </p:cNvPr>
          <p:cNvSpPr txBox="1"/>
          <p:nvPr/>
        </p:nvSpPr>
        <p:spPr>
          <a:xfrm>
            <a:off x="228600" y="2993349"/>
            <a:ext cx="5029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+ __</a:t>
            </a:r>
            <a:r>
              <a:rPr lang="en-US" sz="2000" dirty="0" err="1"/>
              <a:t>init</a:t>
            </a:r>
            <a:r>
              <a:rPr lang="en-US" sz="2000"/>
              <a:t>__()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add_product</a:t>
            </a:r>
            <a:r>
              <a:rPr lang="en-US" sz="2000" dirty="0"/>
              <a:t>(product: Product) : void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search_product</a:t>
            </a:r>
            <a:r>
              <a:rPr lang="en-US" sz="2000" dirty="0"/>
              <a:t>(</a:t>
            </a:r>
            <a:r>
              <a:rPr lang="en-US" sz="2000" dirty="0" err="1"/>
              <a:t>product_id</a:t>
            </a:r>
            <a:r>
              <a:rPr lang="en-US" sz="2000" dirty="0"/>
              <a:t>: string) : </a:t>
            </a:r>
            <a:r>
              <a:rPr lang="en-US" sz="2000" dirty="0" err="1"/>
              <a:t>Product_or_None</a:t>
            </a:r>
            <a:endParaRPr lang="en-US" sz="2000" dirty="0"/>
          </a:p>
          <a:p>
            <a:r>
              <a:rPr lang="en-US" sz="2000" dirty="0"/>
              <a:t>+</a:t>
            </a:r>
            <a:r>
              <a:rPr lang="en-US" sz="2000" dirty="0" err="1"/>
              <a:t>update_stock</a:t>
            </a:r>
            <a:r>
              <a:rPr lang="en-US" sz="2000" dirty="0"/>
              <a:t>(</a:t>
            </a:r>
            <a:r>
              <a:rPr lang="en-US" sz="2000" dirty="0" err="1"/>
              <a:t>product_id</a:t>
            </a:r>
            <a:r>
              <a:rPr lang="en-US" sz="2000" dirty="0"/>
              <a:t>: string, quantity: int) : void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display_all</a:t>
            </a:r>
            <a:r>
              <a:rPr lang="en-US" sz="2000" dirty="0"/>
              <a:t>() : void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get_products</a:t>
            </a:r>
            <a:r>
              <a:rPr lang="en-US" sz="2000" dirty="0"/>
              <a:t>() : tuple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3DACDE-3E16-1283-8043-3F22D9895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806456"/>
            <a:ext cx="2616200" cy="85529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09E2642-8CED-DBA1-D186-E5C7018A35ED}"/>
              </a:ext>
            </a:extLst>
          </p:cNvPr>
          <p:cNvSpPr/>
          <p:nvPr/>
        </p:nvSpPr>
        <p:spPr>
          <a:xfrm>
            <a:off x="7958058" y="1122363"/>
            <a:ext cx="4233942" cy="42463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5C3265-5989-D3ED-9A87-063F9FB0B107}"/>
              </a:ext>
            </a:extLst>
          </p:cNvPr>
          <p:cNvSpPr/>
          <p:nvPr/>
        </p:nvSpPr>
        <p:spPr>
          <a:xfrm>
            <a:off x="7958058" y="1087170"/>
            <a:ext cx="4233942" cy="7775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36B824-00BA-B1A2-91E9-0DCFE4B611D4}"/>
              </a:ext>
            </a:extLst>
          </p:cNvPr>
          <p:cNvSpPr/>
          <p:nvPr/>
        </p:nvSpPr>
        <p:spPr>
          <a:xfrm>
            <a:off x="7958058" y="1087170"/>
            <a:ext cx="4233942" cy="18468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5424C1-8B40-A149-D0CA-B26256A5EC4B}"/>
              </a:ext>
            </a:extLst>
          </p:cNvPr>
          <p:cNvSpPr txBox="1"/>
          <p:nvPr/>
        </p:nvSpPr>
        <p:spPr>
          <a:xfrm>
            <a:off x="8765628" y="1145596"/>
            <a:ext cx="2245272" cy="663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Product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0B6F6B-2811-3549-C06A-981AA39066D2}"/>
              </a:ext>
            </a:extLst>
          </p:cNvPr>
          <p:cNvSpPr txBox="1"/>
          <p:nvPr/>
        </p:nvSpPr>
        <p:spPr>
          <a:xfrm>
            <a:off x="8342083" y="1795819"/>
            <a:ext cx="38499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-string __</a:t>
            </a:r>
            <a:r>
              <a:rPr lang="en-US" dirty="0" err="1"/>
              <a:t>product_id</a:t>
            </a:r>
            <a:endParaRPr lang="en-US" dirty="0"/>
          </a:p>
          <a:p>
            <a:r>
              <a:rPr lang="en-US" dirty="0"/>
              <a:t>-string __name</a:t>
            </a:r>
          </a:p>
          <a:p>
            <a:r>
              <a:rPr lang="en-US" dirty="0"/>
              <a:t>-float __price</a:t>
            </a:r>
          </a:p>
          <a:p>
            <a:r>
              <a:rPr lang="en-US" dirty="0"/>
              <a:t>-int __stock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097ED9-9AC8-4659-5EB8-DA26E5294FC8}"/>
              </a:ext>
            </a:extLst>
          </p:cNvPr>
          <p:cNvSpPr txBox="1"/>
          <p:nvPr/>
        </p:nvSpPr>
        <p:spPr>
          <a:xfrm>
            <a:off x="8010675" y="3150036"/>
            <a:ext cx="41813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+  __</a:t>
            </a:r>
            <a:r>
              <a:rPr lang="en-US" sz="2000" dirty="0" err="1"/>
              <a:t>init</a:t>
            </a:r>
            <a:r>
              <a:rPr lang="en-US" sz="2000" dirty="0"/>
              <a:t>__(</a:t>
            </a:r>
            <a:r>
              <a:rPr lang="en-US" sz="2000" dirty="0" err="1"/>
              <a:t>product_id</a:t>
            </a:r>
            <a:r>
              <a:rPr lang="en-US" sz="2000" dirty="0"/>
              <a:t>, name, price, stock)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get_product_id</a:t>
            </a:r>
            <a:r>
              <a:rPr lang="en-US" sz="2000" dirty="0"/>
              <a:t>() : string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update_stock</a:t>
            </a:r>
            <a:r>
              <a:rPr lang="en-US" sz="2000" dirty="0"/>
              <a:t>(quantity: int) : void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display_information</a:t>
            </a:r>
            <a:r>
              <a:rPr lang="en-US" sz="2000" dirty="0"/>
              <a:t>() : void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to_dict</a:t>
            </a:r>
            <a:r>
              <a:rPr lang="en-US" sz="2000" dirty="0"/>
              <a:t>() : </a:t>
            </a:r>
            <a:r>
              <a:rPr lang="en-US" sz="2000" dirty="0" err="1"/>
              <a:t>dict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00357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139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SHAZA KAREEM</dc:creator>
  <cp:lastModifiedBy>SHAZA KAREEM</cp:lastModifiedBy>
  <cp:revision>2</cp:revision>
  <dcterms:created xsi:type="dcterms:W3CDTF">2026-10-26T05:56:52Z</dcterms:created>
  <dcterms:modified xsi:type="dcterms:W3CDTF">2026-10-26T06:05:03Z</dcterms:modified>
</cp:coreProperties>
</file>